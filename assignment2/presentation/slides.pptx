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D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Assignment 2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Dual Implementation of an Expense Approval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49039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Diniz Martins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CST8917 — Serverless Applications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Azure Durable Functions vs. Logic Apps + Service Bus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745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9"/>
                </a:solidFill>
              </a:defRPr>
            </a:pPr>
            <a:r>
              <a:t>1. Workflow &amp; Business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Input: employee name/email, amount, category, description, and manager email.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Validate required fields and allowed categories.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Expenses under $100 → automatically approved.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Expenses of $100 or more → manager approval required.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No manager response before timeout → auto-approved and flagged as escalated.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Employee receives the final outcome: approved, rejected, or escalated.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745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9"/>
                </a:solidFill>
              </a:defRPr>
            </a:pPr>
            <a:r>
              <a:t>2. Version A — Azure Durable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8"/>
                </a:solidFill>
              </a:defRPr>
            </a:pPr>
            <a:r>
              <a:t>Code-first orchestration using Python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25780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2F6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2D49"/>
                </a:solidFill>
              </a:defRPr>
            </a:pPr>
            <a:r>
              <a:t>Main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176272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HTTP starter/client function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Durable orchestrator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Validation, processing, and notification activities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Manager decision HTTP 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25780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2F6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2763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2D49"/>
                </a:solidFill>
              </a:defRPr>
            </a:pPr>
            <a:r>
              <a:t>Human Interaction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76272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External event waits for manager decision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Durable timer handles timeout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Manager response and timer are raced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Timeout becomes an escalated business outcome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5745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9"/>
                </a:solidFill>
              </a:defRPr>
            </a:pPr>
            <a:r>
              <a:t>Version A — Execution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461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F6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D49"/>
                </a:solidFill>
              </a:defRPr>
            </a:pPr>
            <a:r>
              <a:t>1  Start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59" y="1554480"/>
            <a:ext cx="32461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F6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D49"/>
                </a:solidFill>
              </a:defRPr>
            </a:pPr>
            <a:r>
              <a:t>2  Validate expense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554480"/>
            <a:ext cx="32461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F6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D49"/>
                </a:solidFill>
              </a:defRPr>
            </a:pPr>
            <a:r>
              <a:t>3  Amount &lt; $100?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32461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F6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D49"/>
                </a:solidFill>
              </a:defRPr>
            </a:pPr>
            <a:r>
              <a:t>4  Auto-approve OR wait for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3611880"/>
            <a:ext cx="32461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F6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D49"/>
                </a:solidFill>
              </a:defRPr>
            </a:pPr>
            <a:r>
              <a:t>5  External event vs. durable timer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611880"/>
            <a:ext cx="32461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F6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D49"/>
                </a:solidFill>
              </a:defRPr>
            </a:pPr>
            <a:r>
              <a:t>6  Notify employee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5745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9"/>
                </a:solidFill>
              </a:defRPr>
            </a:pPr>
            <a:r>
              <a:t>Version A —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Scenario 1: expense under $100 → auto-approved.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Scenario 2: manager approves → approved.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Scenario 3: manager rejects → rejected.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Scenario 4: no response → durable timer expires → escalated.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Scenario 5: missing required field → validation error.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Scenario 6: invalid category → validation error.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Local testing used Azure Functions Core Tools, Azurite, and HTTP requests.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745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9"/>
                </a:solidFill>
              </a:defRPr>
            </a:pPr>
            <a:r>
              <a:t>3. Version B — Logic Apps + Service 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8"/>
                </a:solidFill>
              </a:defRPr>
            </a:pPr>
            <a:r>
              <a:t>Visual/declarative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25780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2F6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2D49"/>
                </a:solidFill>
              </a:defRPr>
            </a:pPr>
            <a:r>
              <a:t>Azure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176272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Service Bus queue: expense-requests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Logic App workflow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Azure Function for validation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Service Bus topic: expense-outcomes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25780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2F62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2763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2D49"/>
                </a:solidFill>
              </a:defRPr>
            </a:pPr>
            <a:r>
              <a:t>Integration &amp;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76272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Microsoft 365 Send email with options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Approve / Reject manager interaction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Filtered outcome subscriptions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Employee email notification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5745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9"/>
                </a:solidFill>
              </a:defRPr>
            </a:pPr>
            <a:r>
              <a:t>Version B — Manager Approval &amp; Timeout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Expenses ≥ $100 trigger Send email with options.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Approve → publish approved outcome → send approved email.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Reject → publish rejected outcome → send rejected email.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TimedOut → publish escalated outcome → send escalation email.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The timeout path is explicitly configured using Logic Apps action states and runAfter.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The final timeout branch terminates successfully because timeout is a valid business outcome.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745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9"/>
                </a:solidFill>
              </a:defRPr>
            </a:pPr>
            <a:r>
              <a:t>Version B — What the Demo Proves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Auto-approval for expenses under $100.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Manager receives interactive Approve / Reject email.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Both manager approval and rejection paths were tested.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A short test timeout was used to reproduce the escalation path.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Run History exposed Succeeded, Skipped, and TimedOut action states.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The employee received the escalation email after no manager response.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745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9"/>
                </a:solidFill>
              </a:defRPr>
            </a:pPr>
            <a:r>
              <a:t>4. Comparison — Durable Functions vs. Logic Apps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1732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8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Durable Functions</a:t>
                      </a:r>
                    </a:p>
                  </a:txBody>
                  <a:tcPr>
                    <a:solidFill>
                      <a:srgbClr val="182D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Logic Apps</a:t>
                      </a:r>
                    </a:p>
                  </a:txBody>
                  <a:tcPr>
                    <a:solidFill>
                      <a:srgbClr val="182D4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More code; strong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Faster integrations; visual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Testability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Best local/HTTP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More Azure dependencies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Error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Explicit in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Powerful runAfter states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Human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Natural external event + 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Convenient email options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Developer-oriented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Excellent visual Run History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Cost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Executions +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t>Actions + connectors + Service Bus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745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9"/>
                </a:solidFill>
              </a:defRPr>
            </a:pPr>
            <a:r>
              <a:t>Cost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Workloads considered: ~100 expenses/day (~3,000/month) and ~10,000/day (~300,000/month).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Durable Functions cost depends on executions, execution duration, and orchestration storage operations.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Logic Apps Consumption cost grows with workflow actions and connector executions; Service Bus and validation Function add operations.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At higher volume, cost must be estimated from operations generated per business transaction—not request count alone.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Production estimate should use Azure Pricing Calculator with measured execution data and actual approval percentages.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745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9"/>
                </a:solidFill>
              </a:defRPr>
            </a:pPr>
            <a:r>
              <a:t>5. Recommendation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267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67853"/>
                </a:solidFill>
              </a:defRPr>
            </a:pPr>
            <a:r>
              <a:t>Production choice: Azure Durable Functions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The external-event + durable-timer model maps naturally to manager approval and timeout.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Business logic is explicit, version-controlled, and easier to automate through HTTP-based tests.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It offers stronger control as workflow complexity grows.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t>Choose Logic Apps instead when rapid integration, built-in connectors, and visual operational monitoring are the priority.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745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9"/>
                </a:solidFill>
              </a:defRPr>
            </a:pPr>
            <a:r>
              <a:t>6.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The same business requirement can require very different orchestration designs.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Durable Functions made Human Interaction behavior explicit and natural.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Logic Apps looked simpler initially, but timeout handling required careful action-state configuration.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A timeout can be a valid business event rather than a technical failure.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Logic App Run History was extremely useful for diagnosing the timeout path.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Next time, I would design and test timeout behavior earlier.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745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D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6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5745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